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**Business Problem:** Metadata-driven reporting framework for SQL Server stored procedures</a:t>
            </a:r>
          </a:p>
          <a:p/>
          <a:p>
            <a:r>
              <a:t>**Core Requirement:** Add new reports without modifying framework code</a:t>
            </a:r>
          </a:p>
          <a:p/>
          <a:p>
            <a:r>
              <a:t>**Solution Evaluated:** 3 implementation approaches</a:t>
            </a:r>
          </a:p>
          <a:p/>
          <a:p>
            <a:r>
              <a:t>**Decision Needed:** Which approach for production deployment?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Foundation - What Doesn't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**All 3 approaches share the same core:**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┌─────────────────────────────────────────────────┐</a:t>
            </a:r>
          </a:p>
          <a:p>
            <a:r>
              <a:t>│  Metadata-Driven Configuration (JSON in DB)     │ ← Same for all</a:t>
            </a:r>
          </a:p>
          <a:p>
            <a:r>
              <a:t>├─────────────────────────────────────────────────┤</a:t>
            </a:r>
          </a:p>
          <a:p>
            <a:r>
              <a:t>│  StoredProcedureExecutor (CallableStatement)    │ ← Same for all</a:t>
            </a:r>
          </a:p>
          <a:p>
            <a:r>
              <a:t>├─────────────────────────────────────────────────┤</a:t>
            </a:r>
          </a:p>
          <a:p>
            <a:r>
              <a:t>│  GenericParameterBinder (Java ↔ SQL types)     │ ← Same for all</a:t>
            </a:r>
          </a:p>
          <a:p>
            <a:r>
              <a:t>├─────────────────────────────────────────────────┤</a:t>
            </a:r>
          </a:p>
          <a:p>
            <a:r>
              <a:t>│  Connection Pooling (HikariCP compatible)       │ ← Same for all</a:t>
            </a:r>
          </a:p>
          <a:p>
            <a:r>
              <a:t>└─────────────────────────────────────────────────┘</a:t>
            </a:r>
          </a:p>
          <a:p>
            <a:r>
              <a:t>                  ↓</a:t>
            </a:r>
          </a:p>
          <a:p>
            <a:r>
              <a:t>      [ Only data mapping differs ]</a:t>
            </a:r>
          </a:p>
          <a:p/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Shared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✅ Dynamic parameter binding</a:t>
            </a:r>
          </a:p>
          <a:p>
            <a:pPr>
              <a:defRPr sz="1200"/>
            </a:pPr>
            <a:r>
              <a:t>✅ Output parameters support</a:t>
            </a:r>
          </a:p>
          <a:p>
            <a:pPr>
              <a:defRPr sz="1200"/>
            </a:pPr>
            <a:r>
              <a:t>✅ Metadata caching (thread-safe)</a:t>
            </a:r>
          </a:p>
          <a:p>
            <a:pPr>
              <a:defRPr sz="1200"/>
            </a:pPr>
            <a:r>
              <a:t>✅ Spring Boot integration</a:t>
            </a:r>
          </a:p>
          <a:p>
            <a:pPr>
              <a:defRPr sz="1200"/>
            </a:pPr>
            <a:r>
              <a:t>✅ Zero framework changes to add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**What differs:** How ResultSet data is mapped and transformed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 1 - POJO Approach (Main Branch)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Courier New"/>
              </a:defRPr>
            </a:pPr>
            <a:r>
              <a:t>// 1. Define POJO (compile-time type safety)</a:t>
            </a:r>
          </a:p>
          <a:p>
            <a:r>
              <a:t>public class EmployeeReport {</a:t>
            </a:r>
          </a:p>
          <a:p>
            <a:r>
              <a:t>    private Integer employeeId;</a:t>
            </a:r>
          </a:p>
          <a:p>
            <a:r>
              <a:t>    private String firstName;</a:t>
            </a:r>
          </a:p>
          <a:p>
            <a:r>
              <a:t>    private BigDecimal salary;</a:t>
            </a:r>
          </a:p>
          <a:p>
            <a:r>
              <a:t>    // getters/setters</a:t>
            </a:r>
          </a:p>
          <a:p>
            <a:r>
              <a:t>}</a:t>
            </a:r>
          </a:p>
          <a:p/>
          <a:p>
            <a:r>
              <a:t>// 2. Metadata with explicit mappings</a:t>
            </a:r>
          </a:p>
          <a:p>
            <a:r>
              <a:t>{</a:t>
            </a:r>
          </a:p>
          <a:p>
            <a:r>
              <a:t>  "columnMappings": [</a:t>
            </a:r>
          </a:p>
          <a:p>
            <a:r>
              <a:t>    {"column": "employee_id", "field": "employeeId", "required": true},</a:t>
            </a:r>
          </a:p>
          <a:p>
            <a:r>
              <a:t>    {"column": "first_name", "field": "firstName", "required": true}</a:t>
            </a:r>
          </a:p>
          <a:p>
            <a:r>
              <a:t>  ]</a:t>
            </a:r>
          </a:p>
          <a:p>
            <a:r>
              <a:t>}</a:t>
            </a:r>
          </a:p>
          <a:p/>
          <a:p>
            <a:r>
              <a:t>// 3. Execute with full type safety</a:t>
            </a:r>
          </a:p>
          <a:p>
            <a:r>
              <a:t>ReportResult&lt;EmployeeReport&gt; result = service.execute("report", params);</a:t>
            </a:r>
          </a:p>
          <a:p>
            <a:r>
              <a:t>List&lt;EmployeeReport&gt; employees = result.getResults(); // Fully typed!</a:t>
            </a:r>
          </a:p>
          <a:p/>
          <a:p>
            <a:r>
              <a:t>// 4. Transform using native Java Streams API</a:t>
            </a:r>
          </a:p>
          <a:p>
            <a:r>
              <a:t>List&lt;EmployeeReport&gt; highEarners = employees.stream()</a:t>
            </a:r>
          </a:p>
          <a:p>
            <a:r>
              <a:t>    .filter(emp -&gt; emp.getSalary().compareTo(valueOf(80000)) &gt; 0)</a:t>
            </a:r>
          </a:p>
          <a:p>
            <a:r>
              <a:t>    .sorted(Comparator.comparing(EmployeeReport::getSalary).reversed())</a:t>
            </a:r>
          </a:p>
          <a:p>
            <a:r>
              <a:t>    .limit(10)</a:t>
            </a:r>
          </a:p>
          <a:p>
            <a:r>
              <a:t>    .collect(Collectors.toList());</a:t>
            </a:r>
          </a:p>
          <a:p/>
          <a:p>
            <a:r>
              <a:t>double avgSalary = employees.stream()</a:t>
            </a:r>
          </a:p>
          <a:p>
            <a:r>
              <a:t>    .mapToDouble(emp -&gt; emp.getSalary().doubleValue())</a:t>
            </a:r>
          </a:p>
          <a:p>
            <a:r>
              <a:t>    .average().orElse(0.0);</a:t>
            </a:r>
          </a:p>
          <a:p/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Key Metrics</a:t>
            </a:r>
          </a:p>
          <a:p>
            <a:r>
              <a:t>Metric | Value</a:t>
            </a:r>
          </a:p>
          <a:p>
            <a:r>
              <a:t>--------------------------------------------------</a:t>
            </a:r>
          </a:p>
          <a:p>
            <a:r>
              <a:t>Code per report | 40-60 lines (POJO + mappings)</a:t>
            </a:r>
          </a:p>
          <a:p>
            <a:r>
              <a:t>Runtime dependencies | 3 (Jackson, SLF4J, JDBC)</a:t>
            </a:r>
          </a:p>
          <a:p>
            <a:r>
              <a:t>Memory overhead | ~200 MB (base JVM)</a:t>
            </a:r>
          </a:p>
          <a:p>
            <a:r>
              <a:t>Startup time | &lt;1 second</a:t>
            </a:r>
          </a:p>
          <a:p>
            <a:r>
              <a:t>API learning curve | ✅ Zero (standard Java)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315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✅ **Compile-time type safety** - Errors caught by compiler, not at runtime</a:t>
            </a:r>
          </a:p>
          <a:p>
            <a:pPr>
              <a:defRPr sz="1200"/>
            </a:pPr>
            <a:r>
              <a:t>✅ **IDE support** - Autocomplete, refactoring, navigation</a:t>
            </a:r>
          </a:p>
          <a:p>
            <a:pPr>
              <a:defRPr sz="1200"/>
            </a:pPr>
            <a:r>
              <a:t>✅ **Native Java Streams** - No custom API to learn, team already knows it</a:t>
            </a:r>
          </a:p>
          <a:p>
            <a:pPr>
              <a:defRPr sz="1200"/>
            </a:pPr>
            <a:r>
              <a:t>✅ **Minimal dependencies** - Only Jackson for JSON</a:t>
            </a:r>
          </a:p>
          <a:p>
            <a:pPr>
              <a:defRPr sz="1200"/>
            </a:pPr>
            <a:r>
              <a:t>✅ **Production proven** - Standard enterprise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Considerations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7840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⚠️ **POJO maintenance** - Need to create/update Java class per report (~20-30 lines)</a:t>
            </a:r>
          </a:p>
          <a:p>
            <a:pPr>
              <a:defRPr sz="1200"/>
            </a:pPr>
            <a:r>
              <a:t>⚠️ **Metadata verbosity** - Explicit column mappings required (~5-10 lines per report)</a:t>
            </a:r>
          </a:p>
          <a:p>
            <a:pPr>
              <a:defRPr sz="1200"/>
            </a:pPr>
            <a:r>
              <a:t>⚠️ **Schema changes** - Require POJO updates and recompilation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 2 - Dual Mode (Dataset-impl Branch)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Courier New"/>
              </a:defRPr>
            </a:pPr>
            <a:r>
              <a:t>// NO POJO needed for dynamic mode!</a:t>
            </a:r>
          </a:p>
          <a:p/>
          <a:p>
            <a:r>
              <a:t>// Execute dynamically</a:t>
            </a:r>
          </a:p>
          <a:p>
            <a:r>
              <a:t>DataSet employees = service.executeDynamic("employees", params);</a:t>
            </a:r>
          </a:p>
          <a:p/>
          <a:p>
            <a:r>
              <a:t>// Transform with custom fluent DSL</a:t>
            </a:r>
          </a:p>
          <a:p>
            <a:r>
              <a:t>DataSet result = DataQuery.from(employees)</a:t>
            </a:r>
          </a:p>
          <a:p>
            <a:r>
              <a:t>    .filter(row -&gt; row.getBigDecimal("salary").compareTo(valueOf(80000)) &gt; 0)</a:t>
            </a:r>
          </a:p>
          <a:p>
            <a:r>
              <a:t>    .select("name", "salary", "hire_date")</a:t>
            </a:r>
          </a:p>
          <a:p>
            <a:r>
              <a:t>    .orderBy("salary").desc()</a:t>
            </a:r>
          </a:p>
          <a:p>
            <a:r>
              <a:t>    .limit(10)</a:t>
            </a:r>
          </a:p>
          <a:p>
            <a:r>
              <a:t>    .execute();</a:t>
            </a:r>
          </a:p>
          <a:p/>
          <a:p>
            <a:r>
              <a:t>// Type-safe accessors (no casting)</a:t>
            </a:r>
          </a:p>
          <a:p>
            <a:r>
              <a:t>for (DataRow row : result.getRows()) {</a:t>
            </a:r>
          </a:p>
          <a:p>
            <a:r>
              <a:t>    String name = row.getString("name");              // Type-safe</a:t>
            </a:r>
          </a:p>
          <a:p>
            <a:r>
              <a:t>    BigDecimal salary = row.getBigDecimal("salary");  // No casting</a:t>
            </a:r>
          </a:p>
          <a:p>
            <a:r>
              <a:t>    LocalDate hireDate = row.getLocalDate("hire_date");</a:t>
            </a:r>
          </a:p>
          <a:p>
            <a:r>
              <a:t>}</a:t>
            </a:r>
          </a:p>
          <a:p/>
          <a:p>
            <a:r>
              <a:t>// Complex operations built-in</a:t>
            </a:r>
          </a:p>
          <a:p>
            <a:r>
              <a:t>DataSet joined = DataOperations.innerJoin(</a:t>
            </a:r>
          </a:p>
          <a:p>
            <a:r>
              <a:t>    employees, departments, "department_id");</a:t>
            </a:r>
          </a:p>
          <a:p/>
          <a:p>
            <a:r>
              <a:t>DataSet summary = DataQuery.from(employees)</a:t>
            </a:r>
          </a:p>
          <a:p>
            <a:r>
              <a:t>    .groupBy("dept_id").avg("salary").count("*").execute();</a:t>
            </a:r>
          </a:p>
          <a:p/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Key Metrics</a:t>
            </a:r>
          </a:p>
          <a:p>
            <a:r>
              <a:t>Metric | Value</a:t>
            </a:r>
          </a:p>
          <a:p>
            <a:r>
              <a:t>--------------------------------------------------</a:t>
            </a:r>
          </a:p>
          <a:p>
            <a:r>
              <a:t>Code per report | 10-15 lines (dynamic mode)</a:t>
            </a:r>
          </a:p>
          <a:p>
            <a:r>
              <a:t>Runtime dependencies | 3 (Jackson, SLF4J, JDBC)</a:t>
            </a:r>
          </a:p>
          <a:p>
            <a:r>
              <a:t>Memory overhead | ~220 MB (base JVM + DataSet)</a:t>
            </a:r>
          </a:p>
          <a:p>
            <a:r>
              <a:t>Startup time | &lt;1 second</a:t>
            </a:r>
          </a:p>
          <a:p>
            <a:r>
              <a:t>API learning curve | ⚠️ Medium (4 new classes)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Custom API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315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`DataRow` - Type-safe wrapper (12 methods)</a:t>
            </a:r>
          </a:p>
          <a:p>
            <a:pPr>
              <a:defRPr sz="1200"/>
            </a:pPr>
            <a:r>
              <a:t>`DataSet` - Immutable collection (15 methods)</a:t>
            </a:r>
          </a:p>
          <a:p>
            <a:pPr>
              <a:defRPr sz="1200"/>
            </a:pPr>
            <a:r>
              <a:t>`DataQuery` - Fluent DSL builder (18 methods)</a:t>
            </a:r>
          </a:p>
          <a:p>
            <a:pPr>
              <a:defRPr sz="1200"/>
            </a:pPr>
            <a:r>
              <a:t>`DataOperations` - Complex ops (11 static methods)</a:t>
            </a:r>
          </a:p>
          <a:p>
            <a:pPr>
              <a:defRPr sz="1200"/>
            </a:pPr>
            <a:r>
              <a:t>**Total:** 56 custom methods to learn/maintain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326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7840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✅ **Dual execution modes** - POJO when needed, Dynamic for flexibility</a:t>
            </a:r>
          </a:p>
          <a:p>
            <a:pPr>
              <a:defRPr sz="1200"/>
            </a:pPr>
            <a:r>
              <a:t>✅ **No POJOs required** (dynamic mode) - Less boilerplate</a:t>
            </a:r>
          </a:p>
          <a:p>
            <a:pPr>
              <a:defRPr sz="1200"/>
            </a:pPr>
            <a:r>
              <a:t>✅ **Type-safe accessors** - `row.getString()` vs `(String) row.get()`</a:t>
            </a:r>
          </a:p>
          <a:p>
            <a:pPr>
              <a:defRPr sz="1200"/>
            </a:pPr>
            <a:r>
              <a:t>✅ **Built-in operations** - Joins, unions, pivots, aggregations</a:t>
            </a:r>
          </a:p>
          <a:p>
            <a:pPr>
              <a:defRPr sz="1200"/>
            </a:pPr>
            <a:r>
              <a:t>✅ **Same footprint** - No additional dependencies vs POJO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79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Considerations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225296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⚠️ **Custom API maintenance** - 56 methods across 4 custom classes to maintain</a:t>
            </a:r>
          </a:p>
          <a:p>
            <a:pPr>
              <a:defRPr sz="1200"/>
            </a:pPr>
            <a:r>
              <a:t>⚠️ **Runtime type safety only** - Column name typos found at runtime</a:t>
            </a:r>
          </a:p>
          <a:p>
            <a:pPr>
              <a:defRPr sz="1200"/>
            </a:pPr>
            <a:r>
              <a:t>⚠️ **Learning curve** - Team needs to learn framework-specific API</a:t>
            </a:r>
          </a:p>
          <a:p>
            <a:pPr>
              <a:defRPr sz="1200"/>
            </a:pPr>
            <a:r>
              <a:t>⚠️ **Framework lock-in** - DataRow/DataSet/DataQuery are proprietary</a:t>
            </a:r>
          </a:p>
          <a:p>
            <a:pPr>
              <a:defRPr sz="1200"/>
            </a:pPr>
            <a:r>
              <a:t>⚠️ **Long-term support** - Custom API requires ongoing maintenance/documentation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 3 - Spark SQL (Spark-impl Branch)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Courier New"/>
              </a:defRPr>
            </a:pPr>
            <a:r>
              <a:t>// Setup Spark (local JVM only, no cluster)</a:t>
            </a:r>
          </a:p>
          <a:p>
            <a:r>
              <a:t>SparkConfig config = SparkConfig.builder()</a:t>
            </a:r>
          </a:p>
          <a:p>
            <a:r>
              <a:t>    .master("local[*]")  // Local execution in Spring Boot JVM</a:t>
            </a:r>
          </a:p>
          <a:p>
            <a:r>
              <a:t>    .build();</a:t>
            </a:r>
          </a:p>
          <a:p/>
          <a:p>
            <a:r>
              <a:t>// NO POJO, NO column mappings!</a:t>
            </a:r>
          </a:p>
          <a:p>
            <a:r>
              <a:t>SparkReportResult result = service.execute("employees", params);</a:t>
            </a:r>
          </a:p>
          <a:p/>
          <a:p>
            <a:r>
              <a:t>// Transform using Spark SQL (industry-standard API)</a:t>
            </a:r>
          </a:p>
          <a:p>
            <a:r>
              <a:t>Dataset&lt;Row&gt; employees = result.getDataset();</a:t>
            </a:r>
          </a:p>
          <a:p/>
          <a:p>
            <a:r>
              <a:t>Dataset&lt;Row&gt; summary = employees</a:t>
            </a:r>
          </a:p>
          <a:p>
            <a:r>
              <a:t>    .filter("salary &gt; 80000")</a:t>
            </a:r>
          </a:p>
          <a:p>
            <a:r>
              <a:t>    .groupBy("department_id")</a:t>
            </a:r>
          </a:p>
          <a:p>
            <a:r>
              <a:t>    .agg(</a:t>
            </a:r>
          </a:p>
          <a:p>
            <a:r>
              <a:t>        avg("salary").as("avg_salary"),</a:t>
            </a:r>
          </a:p>
          <a:p>
            <a:r>
              <a:t>        max("salary").as("max_salary"),</a:t>
            </a:r>
          </a:p>
          <a:p>
            <a:r>
              <a:t>        count("*").as("employee_count")</a:t>
            </a:r>
          </a:p>
          <a:p>
            <a:r>
              <a:t>    )</a:t>
            </a:r>
          </a:p>
          <a:p>
            <a:r>
              <a:t>    .orderBy(desc("avg_salary"));</a:t>
            </a:r>
          </a:p>
          <a:p/>
          <a:p>
            <a:r>
              <a:t>// JSON output for REST APIs</a:t>
            </a:r>
          </a:p>
          <a:p>
            <a:r>
              <a:t>String json = result.toJSON();</a:t>
            </a:r>
          </a:p>
          <a:p/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Key Metrics</a:t>
            </a:r>
          </a:p>
          <a:p>
            <a:r>
              <a:t>Metric | Value</a:t>
            </a:r>
          </a:p>
          <a:p>
            <a:r>
              <a:t>--------------------------------------------------</a:t>
            </a:r>
          </a:p>
          <a:p>
            <a:r>
              <a:t>Code per report | 5-8 lines</a:t>
            </a:r>
          </a:p>
          <a:p>
            <a:r>
              <a:t>Runtime dependencies | 4 (Spark-SQL, Jackson, SLF4J, JDBC)</a:t>
            </a:r>
          </a:p>
          <a:p>
            <a:r>
              <a:t>JAR size | ~25 MB (spark-sql only, local mode)</a:t>
            </a:r>
          </a:p>
          <a:p>
            <a:r>
              <a:t>Memory overhead | ~400 MB (SparkSession in local mode)</a:t>
            </a:r>
          </a:p>
          <a:p>
            <a:r>
              <a:t>Startup time | ~2-3 seconds (SparkSession init)</a:t>
            </a:r>
          </a:p>
          <a:p>
            <a:r>
              <a:t>API learning curve | ⚠️ Medium (Spark SQL/DataFrame API)</a:t>
            </a:r>
          </a:p>
          <a:p>
            <a:r>
              <a:t>Execution mode | Local JVM (Spring Boot/Tomcat)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0"/>
            <a:ext cx="8229600" cy="731520"/>
          </a:xfrm>
          <a:prstGeom prst="rect">
            <a:avLst/>
          </a:prstGeom>
          <a:solidFill>
            <a:srgbClr val="FFFFC8"/>
          </a:solidFill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**Important:** This uses **spark-sql library only** for SQL operations in local JVM, **NOT** distributed Spark cluster.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Strengths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✅ **Zero POJOs** - No class definitions needed</a:t>
            </a:r>
          </a:p>
          <a:p>
            <a:pPr>
              <a:defRPr sz="1200"/>
            </a:pPr>
            <a:r>
              <a:t>✅ **Auto-inferred schema** - No column mappings to maintain</a:t>
            </a:r>
          </a:p>
          <a:p>
            <a:pPr>
              <a:defRPr sz="1200"/>
            </a:pPr>
            <a:r>
              <a:t>✅ **Industry-standard API** - Spark SQL is widely known, not proprietary</a:t>
            </a:r>
          </a:p>
          <a:p>
            <a:pPr>
              <a:defRPr sz="1200"/>
            </a:pPr>
            <a:r>
              <a:t>✅ **Rich SQL operations** - Window functions, UDFs, complex analytics</a:t>
            </a:r>
          </a:p>
          <a:p>
            <a:pPr>
              <a:defRPr sz="1200"/>
            </a:pPr>
            <a:r>
              <a:t>✅ **JSON output** - Direct conversion for REST APIs</a:t>
            </a:r>
          </a:p>
          <a:p>
            <a:pPr>
              <a:defRPr sz="1200"/>
            </a:pPr>
            <a:r>
              <a:t>✅ **Query optimization** - Catalyst optimizer for complex queries</a:t>
            </a:r>
          </a:p>
          <a:p>
            <a:pPr>
              <a:defRPr sz="1200"/>
            </a:pPr>
            <a:r>
              <a:t>✅ **Widely supported** - Extensive documentation, Stack Overflow, tutorials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241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Considerations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6984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⚠️ **SparkSession overhead** - ~200 MB memory, 2-3s startup (one-time per app)</a:t>
            </a:r>
          </a:p>
          <a:p>
            <a:pPr>
              <a:defRPr sz="1200"/>
            </a:pPr>
            <a:r>
              <a:t>⚠️ **Additional JAR** - +17 MB vs POJO (but still local JVM only)</a:t>
            </a:r>
          </a:p>
          <a:p>
            <a:pPr>
              <a:defRPr sz="1200"/>
            </a:pPr>
            <a:r>
              <a:t>⚠️ **Runtime type safety** - Column references via strings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Effort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Code Required for Same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**Scenario:** Employee report filtered by salary, grouped by 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**Code Reduction:** POJO (55 lines) → Dataset-impl (12 lines, **78% less**) → Spark-SQL (7 lines, **87% less**)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Transformation Capabilities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Operation | POJO (Java Streams) | Dataset-impl (Custom DSL) | Spark-SQL</a:t>
            </a:r>
          </a:p>
          <a:p>
            <a:r>
              <a:t>--------------------------------------------------</a:t>
            </a:r>
          </a:p>
          <a:p>
            <a:r>
              <a:t>Filter | ✅ `stream().filter()` | ✅ `.filter(row -&gt; ...)` | ✅ `.filter("col &gt; val")`</a:t>
            </a:r>
          </a:p>
          <a:p>
            <a:r>
              <a:t>Map/Select | ✅ `stream().map()` | ✅ `.select("col1", "col2")` | ✅ `.select("col1", "col2")`</a:t>
            </a:r>
          </a:p>
          <a:p>
            <a:r>
              <a:t>Sort | ✅ `sorted(Comparator)` | ✅ `.orderBy("col").desc()` | ✅ `.orderBy(desc("col"))`</a:t>
            </a:r>
          </a:p>
          <a:p>
            <a:r>
              <a:t>Limit | ✅ `limit(n)` | ✅ `.limit(n)` | ✅ `.limit(n)`</a:t>
            </a:r>
          </a:p>
          <a:p>
            <a:r>
              <a:t>GroupBy + Agg | ⚠️ Manual `groupingBy()` + custom reducers | ✅ `.groupBy().avg().count()` | ✅ `.groupBy().agg(avg(), count())`</a:t>
            </a:r>
          </a:p>
          <a:p>
            <a:r>
              <a:t>Joins | ⚠️ Manual Map-based joins | ✅ `DataOperations.join()` | ✅ `.join(other, "key")`</a:t>
            </a:r>
          </a:p>
          <a:p>
            <a:r>
              <a:t>Window Functions | ❌ Complex manual code | ❌ Not supported | ✅ Built-in `Window.partitionBy()`</a:t>
            </a:r>
          </a:p>
          <a:p>
            <a:r>
              <a:t>Pivot | ❌ Very complex | ✅ `DataOperations.pivot()` | ✅ `.pivot("column")`</a:t>
            </a:r>
          </a:p>
          <a:p>
            <a:r>
              <a:t>Running Totals | ⚠️ Manual stateful logic | ✅ `DataOperations.withRunningTotal()` | ✅ Window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**POJO:** Native Java Streams excellent for simple operations, verbose for complex ones</a:t>
            </a:r>
          </a:p>
          <a:p>
            <a:pPr>
              <a:defRPr sz="1200"/>
            </a:pPr>
            <a:r>
              <a:t>**Dataset-impl:** Custom DSL covers common operations, requires framework maintenance</a:t>
            </a:r>
          </a:p>
          <a:p>
            <a:pPr>
              <a:defRPr sz="1200"/>
            </a:pPr>
            <a:r>
              <a:t>**Spark-SQL:** Industry-standard API, richest feature set, well-documented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&amp; Dependency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JAR Dependencies (Production)</a:t>
            </a:r>
          </a:p>
          <a:p>
            <a:r>
              <a:t>Dependency | POJO | Dataset-impl | Spark-SQL</a:t>
            </a:r>
          </a:p>
          <a:p>
            <a:r>
              <a:t>--------------------------------------------------</a:t>
            </a:r>
          </a:p>
          <a:p>
            <a:r>
              <a:t>jackson-databind | 1.5 MB | 1.5 MB | 1.5 MB</a:t>
            </a:r>
          </a:p>
          <a:p>
            <a:r>
              <a:t>jackson-datatype-jsr310 | 0.1 MB | 0.1 MB | 0.1 MB</a:t>
            </a:r>
          </a:p>
          <a:p>
            <a:r>
              <a:t>slf4j-api | 0.1 MB | 0.1 MB | 0.1 MB</a:t>
            </a:r>
          </a:p>
          <a:p>
            <a:r>
              <a:t>mssql-jdbc | 1.2 MB | 1.2 MB | 1.2 MB</a:t>
            </a:r>
          </a:p>
          <a:p>
            <a:r>
              <a:t>logback-classic | 0.5 MB | 0.5 MB | 0.5 MB</a:t>
            </a:r>
          </a:p>
          <a:p>
            <a:r>
              <a:t>Framework core | 0.2 MB | 0.4 MB | 0.3 MB</a:t>
            </a:r>
          </a:p>
          <a:p>
            <a:r>
              <a:t>spark-sql (local) | - | - | **17 MB**</a:t>
            </a:r>
          </a:p>
          <a:p>
            <a:r>
              <a:t>**Total JAR size** | **~3.6 MB** | **~3.8 MB** | **~20.7 MB**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Runtime Memory (Spring Boot on Tomcat)</a:t>
            </a:r>
          </a:p>
          <a:p>
            <a:r>
              <a:t>Component | POJO | Dataset-impl | Spark-SQL</a:t>
            </a:r>
          </a:p>
          <a:p>
            <a:r>
              <a:t>--------------------------------------------------</a:t>
            </a:r>
          </a:p>
          <a:p>
            <a:r>
              <a:t>Base JVM (heap) | 256 MB | 256 MB | 256 MB</a:t>
            </a:r>
          </a:p>
          <a:p>
            <a:r>
              <a:t>Spring Boot | 150 MB | 150 MB | 150 MB</a:t>
            </a:r>
          </a:p>
          <a:p>
            <a:r>
              <a:t>Framework overhead | 10 MB | 20 MB | 30 MB</a:t>
            </a:r>
          </a:p>
          <a:p>
            <a:r>
              <a:t>SparkSession (local) | - | - | **+150 MB**</a:t>
            </a:r>
          </a:p>
          <a:p>
            <a:r>
              <a:t>**Total recommended** | **512 MB** | **512 MB** | **768 MB**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9496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Startup Time (Spring Boot Application)</a:t>
            </a:r>
          </a:p>
          <a:p>
            <a:r>
              <a:t>Metric | POJO | Dataset-impl | Spark-SQL</a:t>
            </a:r>
          </a:p>
          <a:p>
            <a:r>
              <a:t>--------------------------------------------------</a:t>
            </a:r>
          </a:p>
          <a:p>
            <a:r>
              <a:t>Framework init | &lt;100 ms | &lt;100 ms | &lt;100 ms</a:t>
            </a:r>
          </a:p>
          <a:p>
            <a:r>
              <a:t>SparkSession init | - | - | **2-3 seconds**</a:t>
            </a:r>
          </a:p>
          <a:p>
            <a:r>
              <a:t>First report execution | ~200 ms | ~200 ms | ~500 ms</a:t>
            </a:r>
          </a:p>
          <a:p>
            <a:r>
              <a:t>Subsequent executions | ~50 ms | ~50 ms | ~50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06640"/>
            <a:ext cx="8229600" cy="731520"/>
          </a:xfrm>
          <a:prstGeom prst="rect">
            <a:avLst/>
          </a:prstGeom>
          <a:solidFill>
            <a:srgbClr val="FFFFC8"/>
          </a:solidFill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**Note:** Spark-SQL runs in **local JVM mode** within Spring Boot/Tomcat - no cluster, no distributed processing.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Scenario-Based Recommendations</a:t>
            </a:r>
          </a:p>
          <a:p>
            <a:r>
              <a:t>Scenario | Recommended | Rationale</a:t>
            </a:r>
          </a:p>
          <a:p>
            <a:r>
              <a:t>--------------------------------------------------</a:t>
            </a:r>
          </a:p>
          <a:p>
            <a:r>
              <a:t>Stable schema, small team | ✅ **POJO** | Compile-time safety, zero learning curve, native Java Streams</a:t>
            </a:r>
          </a:p>
          <a:p>
            <a:r>
              <a:t>Changing schema frequently | ✅ **Spark-SQL** | No POJOs to update, auto-inferred schema, 87% less code</a:t>
            </a:r>
          </a:p>
          <a:p>
            <a:r>
              <a:t>Complex analytics (pivots, windows) | ✅ **Spark-SQL** | Rich SQL operations, query optimization, industry-standard API</a:t>
            </a:r>
          </a:p>
          <a:p>
            <a:r>
              <a:t>Minimal dependencies critical | ✅ **POJO** | Only 3.6 MB total, no additional libraries</a:t>
            </a:r>
          </a:p>
          <a:p>
            <a:r>
              <a:t>Low memory environment | ✅ **POJO** or **Dataset-impl** | 512 MB vs 768 MB for Spark-SQL</a:t>
            </a:r>
          </a:p>
          <a:p>
            <a:r>
              <a:t>REST API JSON output | ✅ **Spark-SQL** | Direct `.toJSON()` conversion</a:t>
            </a:r>
          </a:p>
          <a:p>
            <a:r>
              <a:t>Team unfamiliar with Spark | ✅ **POJO** | Native Java, or ⚠️ **Dataset-impl** if willing to learn custom API</a:t>
            </a:r>
          </a:p>
          <a:p>
            <a:r>
              <a:t>Long-term maintenance concern | ⚠️ **POJO** or **Spark-SQL** | Standard APIs vs custom framework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Risk Assessment</a:t>
            </a:r>
          </a:p>
          <a:p>
            <a:r>
              <a:t>Risk | POJO | Dataset-impl | Spark-SQL</a:t>
            </a:r>
          </a:p>
          <a:p>
            <a:r>
              <a:t>--------------------------------------------------</a:t>
            </a:r>
          </a:p>
          <a:p>
            <a:r>
              <a:t>Code maintenance | ⚠️ High (many POJOs) | ✅ Low (no POJOs) | ✅ Very Low (no POJOs/mappings)</a:t>
            </a:r>
          </a:p>
          <a:p>
            <a:r>
              <a:t>Runtime errors | ✅ Low (compile-time) | ⚠️ Medium (string column names) | ⚠️ Medium (string column names)</a:t>
            </a:r>
          </a:p>
          <a:p>
            <a:r>
              <a:t>API maintenance | ✅ None (Java stdlib) | ⚠️ High (56 custom methods) | ✅ None (Spark is maintained)</a:t>
            </a:r>
          </a:p>
          <a:p>
            <a:r>
              <a:t>Team onboarding | ✅ Fast (&lt;1 day) | ⚠️ Medium (2-3 days) | ⚠️ Medium (2-3 days with Spark training)</a:t>
            </a:r>
          </a:p>
          <a:p>
            <a:r>
              <a:t>Dependency updates | ✅ Simple (Jackson) | ✅ Simple (Jackson) | ⚠️ Monitor Spark releases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Data-Driven Summary</a:t>
            </a:r>
          </a:p>
          <a:p>
            <a:r>
              <a:t>Metric | POJO | Dataset-impl | Spark-SQL</a:t>
            </a:r>
          </a:p>
          <a:p>
            <a:r>
              <a:t>--------------------------------------------------</a:t>
            </a:r>
          </a:p>
          <a:p>
            <a:r>
              <a:t>Code per report | 55 lines | 12 lines (-78%) | 7 lines (-87%)</a:t>
            </a:r>
          </a:p>
          <a:p>
            <a:r>
              <a:t>JAR size | 3.6 MB | 3.8 MB | 20.7 MB</a:t>
            </a:r>
          </a:p>
          <a:p>
            <a:r>
              <a:t>Memory | 512 MB | 512 MB | 768 MB</a:t>
            </a:r>
          </a:p>
          <a:p>
            <a:r>
              <a:t>Startup | &lt;1s | &lt;1s | 2-3s</a:t>
            </a:r>
          </a:p>
          <a:p>
            <a:r>
              <a:t>API maintenance | ✅ Zero | ⚠️ 56 methods | ✅ Zero</a:t>
            </a:r>
          </a:p>
          <a:p>
            <a:r>
              <a:t>Type safety | ✅ Compile-time | ⚠️ Runtime | ⚠️ Runtime</a:t>
            </a:r>
          </a:p>
          <a:p>
            <a:r>
              <a:t>Transformations | ✅ Java Streams | ✅ Custom DSL | ✅ Spark SQL</a:t>
            </a:r>
          </a:p>
          <a:p>
            <a:r>
              <a:t>Learning curve | ✅ None | ⚠️ Custom API | ⚠️ Spark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Compile-Time Safety ←──────────────────→ Development Speed</a:t>
            </a:r>
          </a:p>
          <a:p>
            <a:r>
              <a:t>(POJO with Java Streams)              (Spark-SQL, -87% code)</a:t>
            </a:r>
          </a:p>
          <a:p/>
          <a:p>
            <a:r>
              <a:t>                Dataset-impl</a:t>
            </a:r>
          </a:p>
          <a:p>
            <a:r>
              <a:t>          (Middle ground, custom API)</a:t>
            </a:r>
          </a:p>
          <a:p/>
        </p:txBody>
      </p:sp>
      <p:sp>
        <p:nvSpPr>
          <p:cNvPr id="6" name="TextBox 5"/>
          <p:cNvSpPr txBox="1"/>
          <p:nvPr/>
        </p:nvSpPr>
        <p:spPr>
          <a:xfrm>
            <a:off x="457200" y="5394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Choose POJO 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Compile-time type safety is **critical**</a:t>
            </a:r>
          </a:p>
          <a:p>
            <a:pPr>
              <a:defRPr sz="1200"/>
            </a:pPr>
            <a:r>
              <a:t>Team wants native Java Streams (no new API)</a:t>
            </a:r>
          </a:p>
          <a:p>
            <a:pPr>
              <a:defRPr sz="1200"/>
            </a:pPr>
            <a:r>
              <a:t>Minimal dependencies/memory required</a:t>
            </a:r>
          </a:p>
          <a:p>
            <a:pPr>
              <a:defRPr sz="1200"/>
            </a:pPr>
            <a:r>
              <a:t>Willing to accept POJO maintenance overhead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863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Choose Spark-SQL 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32104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Development speed is priority (87% less code)</a:t>
            </a:r>
          </a:p>
          <a:p>
            <a:pPr>
              <a:defRPr sz="1200"/>
            </a:pPr>
            <a:r>
              <a:t>Schema changes frequently</a:t>
            </a:r>
          </a:p>
          <a:p>
            <a:pPr>
              <a:defRPr sz="1200"/>
            </a:pPr>
            <a:r>
              <a:t>Complex analytics needed (pivots, windows, UDFs)</a:t>
            </a:r>
          </a:p>
          <a:p>
            <a:pPr>
              <a:defRPr sz="1200"/>
            </a:pPr>
            <a:r>
              <a:t>17 MB dependency and 256 MB memory are acceptable</a:t>
            </a:r>
          </a:p>
          <a:p>
            <a:pPr>
              <a:defRPr sz="1200"/>
            </a:pPr>
            <a:r>
              <a:t>Team can learn Spark SQL (industry-standard, well-documented)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332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Choose Dataset-impl 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7899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Want both modes (POJO + Dynamic)</a:t>
            </a:r>
          </a:p>
          <a:p>
            <a:pPr>
              <a:defRPr sz="1200"/>
            </a:pPr>
            <a:r>
              <a:t>Willing to maintain custom API (56 methods)</a:t>
            </a:r>
          </a:p>
          <a:p>
            <a:pPr>
              <a:defRPr sz="1200"/>
            </a:pPr>
            <a:r>
              <a:t>Don't need distributed processing</a:t>
            </a:r>
          </a:p>
          <a:p>
            <a:pPr>
              <a:defRPr sz="1200"/>
            </a:pPr>
            <a:r>
              <a:t>Team committed to learning proprietary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280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Suggested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325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**Evaluate POC criteria:** Expected report count, schema change frequency, transformation complexity, memory/JAR constraints</a:t>
            </a:r>
          </a:p>
          <a:p>
            <a:pPr>
              <a:defRPr sz="1200"/>
            </a:pPr>
            <a:r>
              <a:t>**Run benchmark:** Implement 2-3 representative reports in each approach, measure development time and runtime performance</a:t>
            </a:r>
          </a:p>
          <a:p>
            <a:pPr>
              <a:defRPr sz="1200"/>
            </a:pPr>
            <a:r>
              <a:t>**Team skill assessment:** Java Streams proficiency? Spark SQL familiarity? Appetite for learning custom API?</a:t>
            </a:r>
          </a:p>
          <a:p>
            <a:pPr>
              <a:defRPr sz="1200"/>
            </a:pPr>
            <a:r>
              <a:t>**Make decision by:** [Date]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